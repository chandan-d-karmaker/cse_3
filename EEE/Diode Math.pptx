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4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8959-299B-B479-E223-12E552C63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DD27A-5B8F-4C0E-DAAF-9FA74F2A3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5B138-B848-4601-23EC-FE293748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743C-5007-4086-87BF-220DFCB2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8F842-7C2F-04CD-745A-C8EE238B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83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ECD5-4DB5-8D62-0ADF-9C1B4B82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9936C-2F13-DF9F-E442-D92BBD2D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221B8-5FB2-80DF-E838-7725508B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6D9F0-3CB9-EAEA-AAA5-27925D86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5020C-97F7-A21E-E00B-01B1A290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46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4261-7C2E-0B22-9CF3-DF181829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15649-10DF-6349-9205-2B75125F5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FCCBC-A8CC-45A6-E897-2B0156EE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AD80F-E829-2C0A-7C88-82ACF163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FE10-3D6D-2EF1-FC34-AA93C25F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3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17D9-14F6-5DA8-788A-BA82D530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FEE-2C16-1AC6-B714-07A35D33B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8F85E-0A41-4B80-F1EB-52FCA5A55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16FDD-A561-2E92-AE0F-B360F6CC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978B4-0D1C-66EC-CC39-D5BB11AC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A181A-5FF7-6B77-B992-6587EB39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1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B70F-6B0F-BD1F-A659-7A0D00D6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CA0BE-FEEB-D913-2E8F-4EEB3D5B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2AEB5-3B3F-8EF7-EE7E-4DC505DF4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A4EBA-3FE1-A381-3607-5840ED9DC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B752A-0EB4-9D48-B339-AB2C4245F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F718F-A2AA-A1B7-5BA9-E83D3D6B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25AEE-0ABD-485C-8157-485EE6BA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A94DD-6987-5238-5848-712E044B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11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7167-7069-115D-F2C3-8E6DE955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82D4F-E458-B848-1629-0A34AE4C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131F-00C7-877E-89F6-1ECECD36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E036-3EC1-2637-D20C-8700B4F9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87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6371C-E797-211A-5F33-BC8987C6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2F084-9597-1785-8876-7E2926B9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457C2-0309-72A4-5EAF-D1764888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38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3156-2A1F-F263-844B-3546FDA1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5BB5D-FBD2-8521-033B-A0A13C163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C68CC-E10B-1926-8EC0-C65929CBD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51DBB-00E7-0A52-5FAD-468F81D2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6EA5F-D154-71FA-1CFD-97063CC7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93296-CE7E-9F9F-3F79-0FDC0CC4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23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0D8C-504D-6FA0-32CB-FD509568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673A2-65A2-92C0-11D7-2FD1A9CA5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1E967-0D11-67CC-37F3-30F18ED3F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613DD-7849-4C5F-6E04-8A27E9CF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0F045-460E-4225-9117-19DA27F1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957CE-30CD-D96F-374F-76CA5E83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5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A956-AECD-C145-605F-6BE13FEB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7CFCA-B576-0AA3-CD5A-6A29243ED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DF79C-1970-0C94-E584-43B8218D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12880-8476-C7BB-4C51-9C3F92BC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9C8D-0079-380D-803E-C5F71DD0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3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35E7D-2070-F654-BDCC-6B48BA6BE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70569-48EF-12F6-9BE2-D40B5BA9C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6385-51D5-5847-55D7-72E517F0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DB60B-5A2E-65C5-75AF-512BAED0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F849-2D1A-6EA6-A6F4-B2B1DEFA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61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503EF-2E01-69EE-7FD7-5B0BC854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49361-A484-5CEF-7669-31C5BE7B8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3D6E-320B-8ECB-4473-6C4FFE3DA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CA2AC-0B52-475A-90C3-74839BC7BA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3965-41CC-5E5B-2CC5-6F5CB8ECB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48CD2-2062-19EF-8E13-747E0F5A9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70473-177F-425B-B9C3-2DD70FC78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95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1134-8B6D-363E-3106-6EFF40605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UGV</a:t>
            </a:r>
            <a:br>
              <a:rPr lang="en-IN" dirty="0"/>
            </a:br>
            <a:r>
              <a:rPr lang="en-IN" dirty="0"/>
              <a:t>Electronics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B13C1-C247-4D36-3AD2-C8B242CC7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0900" y="4795838"/>
            <a:ext cx="9144000" cy="1655762"/>
          </a:xfrm>
        </p:spPr>
        <p:txBody>
          <a:bodyPr/>
          <a:lstStyle/>
          <a:p>
            <a:r>
              <a:rPr lang="en-IN" dirty="0"/>
              <a:t>Sourav Sarker</a:t>
            </a:r>
            <a:br>
              <a:rPr lang="en-IN" dirty="0"/>
            </a:br>
            <a:r>
              <a:rPr lang="en-IN" dirty="0"/>
              <a:t>Lecturer, Dept. of EEE, UGV</a:t>
            </a:r>
          </a:p>
        </p:txBody>
      </p:sp>
    </p:spTree>
    <p:extLst>
      <p:ext uri="{BB962C8B-B14F-4D97-AF65-F5344CB8AC3E}">
        <p14:creationId xmlns:p14="http://schemas.microsoft.com/office/powerpoint/2010/main" val="7065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B08943-C660-5782-1908-553696023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73" y="838200"/>
            <a:ext cx="11796127" cy="45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4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19B4-DA0E-C735-BCCF-1B382681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285BA-7853-002A-FD47-0C900313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23973"/>
            <a:ext cx="10604500" cy="602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3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18D5-86E5-5E61-724F-046B55F4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E46EC-D796-6391-E1BE-FF6A1C3A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6" y="77292"/>
            <a:ext cx="10553393" cy="667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4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3170-1D5D-4A48-0850-36879D97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7A8E4-97C8-A9D5-A08C-E57A5E91C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1485629"/>
            <a:ext cx="989785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1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EFC4-6F89-9516-F07A-1B3E7203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7B324-765D-2939-CAD1-04F1FCEBE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66" y="597524"/>
            <a:ext cx="11181268" cy="566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9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A611-951F-466D-72F7-8C840120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3190E7-6925-E6C1-E36A-1E5C0CE0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7" y="558800"/>
            <a:ext cx="11367904" cy="507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92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6BF44-7415-8A44-3A22-674EC81C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F1741-4319-61F5-81E3-2D315023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5" y="1079501"/>
            <a:ext cx="11062903" cy="411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6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3F61-9420-B011-3805-14AE3AE7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10604-B7AB-7700-FB2A-50ED93C4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7" y="791378"/>
            <a:ext cx="11967473" cy="473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2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F04E-3DDC-64B3-5E01-855ED2E7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B1B51-D602-A388-9165-F95167B03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6" y="1282700"/>
            <a:ext cx="11904434" cy="32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6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4E62-35A9-193E-5BFB-282970C6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AD9A5-DB6C-A671-9654-EE1F57B9E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87" y="910518"/>
            <a:ext cx="11284625" cy="50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9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F834-1A2F-ED55-2C19-F638F3E8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B8007-E460-4E41-A518-C3858C8AA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99" y="1397000"/>
            <a:ext cx="10713187" cy="337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9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A301-486F-52DD-E802-2DD891E7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DE0385-4467-E44B-259A-836A46B4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8" y="934242"/>
            <a:ext cx="11223944" cy="451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4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4503-2C6C-1A45-A058-733418B1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B6AE66-0ACD-43C6-97D8-04D596698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7" y="342900"/>
            <a:ext cx="12130893" cy="1927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BB062C-6829-BCA0-C04B-6546BA06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35" y="2763254"/>
            <a:ext cx="11412865" cy="27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52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F91B-298B-C08A-052C-B0BFDB7F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20E83-2E11-B83B-DE28-C4D5674C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24" y="698500"/>
            <a:ext cx="11058551" cy="47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06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1356-1935-95D0-8318-56337D70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A0C1B-1278-6958-2794-7E34A19D5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60" y="1447800"/>
            <a:ext cx="11801196" cy="275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4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F5DCB-F319-2BEB-CFDD-286CF470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3E8438-026D-6854-685D-78B16373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90" y="769883"/>
            <a:ext cx="10914554" cy="499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30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8C20-965E-5766-3F5D-B6D0D2AA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F73D7-4746-3B98-0C32-1FCC43596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4" y="622300"/>
            <a:ext cx="11133033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EA71F3-E085-E016-B02A-C6E88FAEE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46" y="594916"/>
            <a:ext cx="8831854" cy="591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53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4E4C-871B-12F0-10DC-E9A3D589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4973B5-6B97-7B66-C1F1-7CBA7315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1452286"/>
            <a:ext cx="9754961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38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FA4A-4DD7-B7CB-F57B-C8DCE42A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B1575-4880-E1DE-7642-DC0BE480B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7" y="801852"/>
            <a:ext cx="11123185" cy="472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22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67F7-F5BE-720B-A4FD-EFD7ED34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87BA7-F7E5-63EB-E164-270C1998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871180"/>
            <a:ext cx="9754961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5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20A0BD-DDE8-C1A7-6D7C-257E10D2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685417"/>
            <a:ext cx="10364646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62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4CF84-1888-E145-C7EF-AE8FEF8C7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37626"/>
            <a:ext cx="9488224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54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2196-600A-E011-C8CC-5E96FC60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AC0908-F46C-B120-92E9-133761CE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83" y="175749"/>
            <a:ext cx="10413999" cy="607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01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24061-31F0-19C6-D930-E7E0904E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6443E6-2DD5-0C25-6FDF-3CC786B71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23" y="0"/>
            <a:ext cx="9554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64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87E48-F353-F146-39A5-7057FD53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770A96-D80D-8641-4B4E-2E439B40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418680"/>
            <a:ext cx="7811590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88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833B2-A569-2732-C32F-AD9307CA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42" y="635000"/>
            <a:ext cx="11799058" cy="496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61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56CE10-821C-9D1B-6DB7-4DDA4AF0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409153"/>
            <a:ext cx="10164594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3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</Words>
  <Application>Microsoft Office PowerPoint</Application>
  <PresentationFormat>Widescreen</PresentationFormat>
  <Paragraphs>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UGV Electronics - 1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Sarker</dc:creator>
  <cp:lastModifiedBy>Sourav Sarker</cp:lastModifiedBy>
  <cp:revision>2</cp:revision>
  <dcterms:created xsi:type="dcterms:W3CDTF">2026-02-03T03:59:43Z</dcterms:created>
  <dcterms:modified xsi:type="dcterms:W3CDTF">2026-02-18T05:04:47Z</dcterms:modified>
</cp:coreProperties>
</file>